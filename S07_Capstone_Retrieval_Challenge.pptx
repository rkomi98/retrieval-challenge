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676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1005840" cy="30175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246120"/>
            <a:ext cx="2834640" cy="2834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7240" y="1371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BLOCCO 2 · RAG · LEZIONE S07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73152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643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Retrieval Challenge</a:t>
            </a:r>
            <a:endParaRPr lang="en-US" sz="3800" dirty="0"/>
          </a:p>
        </p:txBody>
      </p:sp>
      <p:sp>
        <p:nvSpPr>
          <p:cNvPr id="7" name="Text 2"/>
          <p:cNvSpPr/>
          <p:nvPr/>
        </p:nvSpPr>
        <p:spPr>
          <a:xfrm>
            <a:off x="777240" y="2697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capstone individuale per consolidare ingestion e retrieval: dal corpus grezzo all'indice vettoriale, fino a recuperare i chunk giusti.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7772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r>
              <a:rPr lang="en-US" sz="1100" b="1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</a:t>
            </a:r>
            <a:r>
              <a:rPr lang="en-US" sz="1100" b="1" dirty="0" err="1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minuti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74320"/>
            <a:ext cx="1005840" cy="3017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SCENARIO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11155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devi </a:t>
            </a:r>
            <a:r>
              <a:rPr lang="en-US" sz="2600" b="1" dirty="0" err="1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costruire</a:t>
            </a:r>
            <a:r>
              <a:rPr lang="en-US" sz="26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corpus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7724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Otto documenti in italiano sui database vettoriali Qdrant e Pinecone: concetti, indicizzazione, filtri, deploy e confronto tra i due. È la documentazione su cui dovrai rispondere.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709160" y="1965960"/>
            <a:ext cx="13716" cy="2377440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C643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tuo compito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0" y="22860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Completare la pipeline che, data una domanda tecnica, recupera i pezzi di documentazione che contengono la risposta: carica, spezza in chunk, embedda, indicizza e interroga. Per ora non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è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richiesta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la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74320"/>
            <a:ext cx="1005840" cy="3017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 VINCI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11155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fonte giusta deve arrivare prima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790956" y="1920240"/>
            <a:ext cx="4023360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giudice automatico misura il punteggio: su 14 domande, in quante il chunk recuperato viene dal documento giusto.</a:t>
            </a:r>
          </a:p>
        </p:txBody>
      </p:sp>
      <p:sp>
        <p:nvSpPr>
          <p:cNvPr id="7" name="Shape 3"/>
          <p:cNvSpPr/>
          <p:nvPr/>
        </p:nvSpPr>
        <p:spPr>
          <a:xfrm>
            <a:off x="5120640" y="1965960"/>
            <a:ext cx="13716" cy="2468880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54406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hit@1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4068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chunk giusto è arrivato PRIMO: vuol dire che il retrieval ha davvero capito la domanda. È il punteggio principale.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4068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i="1" dirty="0">
                <a:solidFill>
                  <a:srgbClr val="8182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hit@2 · hit@3 — più indulgenti: basta che la fonte sia "lì intorno".</a:t>
            </a:r>
            <a:endParaRPr lang="en-US" sz="95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49E581A-3441-50DB-26E6-C75598FC2C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89" t="8062" r="6875" b="3250"/>
          <a:stretch>
            <a:fillRect/>
          </a:stretch>
        </p:blipFill>
        <p:spPr>
          <a:xfrm>
            <a:off x="777240" y="2377439"/>
            <a:ext cx="4023360" cy="26005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74320"/>
            <a:ext cx="1005840" cy="3017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REGOLE DEL GIOCO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11155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Tieni il progetto in ordine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777240" y="18242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371600" y="17556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Tutti i parametri stanno in </a:t>
            </a:r>
            <a:r>
              <a:rPr lang="en-US" sz="1100" dirty="0" err="1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config.py</a:t>
            </a: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</a:t>
            </a:r>
            <a:r>
              <a:rPr lang="en-US" sz="1100" dirty="0" err="1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Così</a:t>
            </a: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non </a:t>
            </a:r>
            <a:r>
              <a:rPr lang="en-US" sz="1100" dirty="0" err="1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spargiamo</a:t>
            </a: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100" dirty="0" err="1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nessun</a:t>
            </a: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100" dirty="0" err="1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numero</a:t>
            </a: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100" dirty="0" err="1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nel</a:t>
            </a: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codice.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77240" y="2286000"/>
            <a:ext cx="7680960" cy="1371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777240" y="25374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468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segreti stanno nel .env, mai nel codice. Si versiona solo .env.example.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77240" y="2999232"/>
            <a:ext cx="7680960" cy="1371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777240" y="32506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31821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Ingestion, retrieval e valutazione vivono in file separati: ognuno fa una cosa.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" y="3712464"/>
            <a:ext cx="7680960" cy="1371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777240" y="39639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371600" y="38953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dati stanno in data/, fuori dal codice.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7240" y="4425696"/>
            <a:ext cx="7680960" cy="1371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777240" y="49560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i="1" dirty="0">
                <a:solidFill>
                  <a:srgbClr val="8182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Lavorare dentro questa struttura è metà del valore dell'esercizio.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71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74320"/>
            <a:ext cx="1005840" cy="3017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DOVE PUOI INTERVENIRE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11155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dirty="0"/>
              <a:t>3 </a:t>
            </a:r>
            <a:r>
              <a:rPr lang="en-US" sz="2600" dirty="0" err="1"/>
              <a:t>parametri</a:t>
            </a:r>
            <a:r>
              <a:rPr lang="en-US" sz="2600" dirty="0"/>
              <a:t> da </a:t>
            </a:r>
            <a:r>
              <a:rPr lang="en-US" sz="2600" dirty="0" err="1"/>
              <a:t>tunare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777240" y="1783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Tutte in config.py. Cambia, rilancia il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codice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guarda hit@1 per decider come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muoverti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777240" y="2331720"/>
            <a:ext cx="2377440" cy="2057400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777240" y="2331720"/>
            <a:ext cx="2377440" cy="45720"/>
          </a:xfrm>
          <a:prstGeom prst="rect">
            <a:avLst/>
          </a:prstGeom>
          <a:solidFill>
            <a:srgbClr val="1B64F5"/>
          </a:solidFill>
          <a:ln w="12700">
            <a:solidFill>
              <a:srgbClr val="1B64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941832" y="25420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Modello di embedding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41832" y="327355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openai, minilm-it, e5-small, bge-m3 e uno solo inglese. Cambi modello con </a:t>
            </a:r>
            <a:r>
              <a:rPr lang="en-US" sz="95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</a:t>
            </a:r>
            <a:r>
              <a:rPr lang="en-US" sz="95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95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stringa</a:t>
            </a:r>
            <a:r>
              <a:rPr lang="en-US" sz="95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319272" y="2331720"/>
            <a:ext cx="2377440" cy="2057400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3319272" y="2331720"/>
            <a:ext cx="2377440" cy="45720"/>
          </a:xfrm>
          <a:prstGeom prst="rect">
            <a:avLst/>
          </a:prstGeom>
          <a:solidFill>
            <a:srgbClr val="C64336"/>
          </a:solidFill>
          <a:ln w="12700">
            <a:solidFill>
              <a:srgbClr val="C643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3483864" y="25420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79292" y="3273552"/>
            <a:ext cx="2057400" cy="724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Dimensione del chunk, overlap e structure-aware: chunk troppo grandi diluiscono, troppo piccoli spezzano.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61304" y="2331720"/>
            <a:ext cx="2377440" cy="2057400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5861304" y="2331720"/>
            <a:ext cx="2377440" cy="45720"/>
          </a:xfrm>
          <a:prstGeom prst="rect">
            <a:avLst/>
          </a:prstGeom>
          <a:solidFill>
            <a:srgbClr val="0D1F2E"/>
          </a:solidFill>
          <a:ln w="12700">
            <a:solidFill>
              <a:srgbClr val="0D1F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6025896" y="25420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top_k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021324" y="3231511"/>
            <a:ext cx="2057400" cy="766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 chunk recuperi. Alzarlo aiuta, ma in una RAG vera significa più rumore passato al modello.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74320"/>
            <a:ext cx="1005840" cy="3017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L'ESPERIMENTO CHE CONTA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11155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modello "più famoso" non è il migliore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777240" y="1965960"/>
            <a:ext cx="4023360" cy="745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corpus è in italiano.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Prova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cambiare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modelli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guarda hit@1 come cambia. Scegliere il modello giusto per la lingua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</a:t>
            </a:r>
            <a:r>
              <a:rPr lang="en-US" sz="1000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000" dirty="0" err="1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parecchio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120640" y="1965960"/>
            <a:ext cx="13716" cy="2377440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544068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43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~9/14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440680" y="2450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8182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hit@1 con un modello solo inglese (minilm-en)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4068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11/14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440680" y="34107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8182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hit@1 con un modello multilingue (minilm-it, e5)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86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74320"/>
            <a:ext cx="1005840" cy="30175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383280"/>
            <a:ext cx="2651760" cy="26517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724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PRONTI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777240" y="11155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parte</a:t>
            </a:r>
            <a:endParaRPr lang="en-US" sz="2600" dirty="0"/>
          </a:p>
        </p:txBody>
      </p:sp>
      <p:sp>
        <p:nvSpPr>
          <p:cNvPr id="7" name="Text 2"/>
          <p:cNvSpPr/>
          <p:nvPr/>
        </p:nvSpPr>
        <p:spPr>
          <a:xfrm>
            <a:off x="777240" y="2121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1371600" y="20756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Apri il README e la cartella del progetto.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777240" y="26883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371600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Completa i tre TODO: due in ingest.py, uno in retrieve.py.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777240" y="3265551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371600" y="32095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Lancia  python scripts/evaluate.py  e leggi il punteggio.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77240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71600" y="37764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F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Cambia le leve in config.py e fai salire hit@1.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77240" y="44622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minuti, da solo. Il punteggio è tuo.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511</Words>
  <Application>Microsoft Macintosh PowerPoint</Application>
  <PresentationFormat>Presentazione su schermo (16:9)</PresentationFormat>
  <Paragraphs>61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Poppins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Datapizza Adoption</cp:lastModifiedBy>
  <cp:revision>3</cp:revision>
  <dcterms:created xsi:type="dcterms:W3CDTF">2026-06-15T11:29:36Z</dcterms:created>
  <dcterms:modified xsi:type="dcterms:W3CDTF">2026-06-15T14:31:43Z</dcterms:modified>
</cp:coreProperties>
</file>